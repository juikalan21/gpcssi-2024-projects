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70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95479-2DFC-24E2-8AD0-0DEF9C885F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8992E6-74C2-DB3C-8720-CF6233D56F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20D74-F1BF-9847-4E0D-D6AB12CBA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FED00-5758-459A-8926-5E61AF405282}" type="datetimeFigureOut">
              <a:rPr lang="en-IN" smtClean="0"/>
              <a:t>18-06-2024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AE593-AEBF-1C0B-B4F9-1190BCDFA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11516-DBBC-219B-C642-23E4A250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79EAD-5E86-412D-8A58-DC5F06E74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9532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433F5-E789-12C1-18C5-5351E7DE9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25C4D-517B-8CDD-FC72-0DF3ADF5D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3B1E6-3A45-4D60-27A7-970800B90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FED00-5758-459A-8926-5E61AF405282}" type="datetimeFigureOut">
              <a:rPr lang="en-IN" smtClean="0"/>
              <a:t>18-06-2024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D8CBF-B09D-AFF4-A4C2-7C0B8EE7B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94985-4B26-4DA8-8984-3C158498D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79EAD-5E86-412D-8A58-DC5F06E74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1711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E4CEB-82D0-37F2-6971-92839F8F7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6BAC81-6F70-78E9-04C6-4210B195D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B86FF9-3CD5-E65F-2A3F-98F27E7AB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FED00-5758-459A-8926-5E61AF405282}" type="datetimeFigureOut">
              <a:rPr lang="en-IN" smtClean="0"/>
              <a:t>18-06-2024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C51FB-A5C6-6C46-AE19-988C371F8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0C96A-8C63-D20B-7CF3-24986B836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79EAD-5E86-412D-8A58-DC5F06E74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1305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2E301-B1B2-5981-5248-DF1FA2CB8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B6632-93CE-4415-BD22-D1F13EA1CE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683776-56E0-3750-FE64-9390CCD156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80AEF3-0AB1-9C2B-2209-E210A022C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FED00-5758-459A-8926-5E61AF405282}" type="datetimeFigureOut">
              <a:rPr lang="en-IN" smtClean="0"/>
              <a:t>18-06-2024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93469A-7B27-A2EF-4EBD-AF5BBE7CE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39E973-6D5A-2A13-265F-C1194ED8A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79EAD-5E86-412D-8A58-DC5F06E74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9871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BC14B-0B17-36BD-C623-00D7F69CC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0054E6-84F0-FA87-AC4D-294E217B61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91AAA4-389B-DFB6-9506-BC8B579E57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AFCAB4-0D69-08D6-4314-123BC92567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BC4633-7901-ACA4-132A-BE940ADE9B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C1802A-071A-1DCC-C448-CC6AE0900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FED00-5758-459A-8926-5E61AF405282}" type="datetimeFigureOut">
              <a:rPr lang="en-IN" smtClean="0"/>
              <a:t>18-06-2024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44497D-76A8-D16B-7738-19E8D34EC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D6D9CE-3279-934C-9B0B-158A2833D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79EAD-5E86-412D-8A58-DC5F06E74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975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BF807-B5CD-8F02-7E79-A30BC3E40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112335-A8B5-97B0-D632-B8BAAC5E0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FED00-5758-459A-8926-5E61AF405282}" type="datetimeFigureOut">
              <a:rPr lang="en-IN" smtClean="0"/>
              <a:t>18-06-2024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A4735A-4320-CBA8-6B20-B20FD67AB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1D63B3-FE1B-ED28-D593-18F9CF6E8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79EAD-5E86-412D-8A58-DC5F06E74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375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FC3318-9FF4-2173-354B-8F4E78970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FED00-5758-459A-8926-5E61AF405282}" type="datetimeFigureOut">
              <a:rPr lang="en-IN" smtClean="0"/>
              <a:t>18-06-2024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98FBD7-3D2C-C661-AC7A-CA1CE23CC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D3D95D-77E3-ACFF-098C-BE714EA08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79EAD-5E86-412D-8A58-DC5F06E74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158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9A8AE-38BF-5367-292D-15C363FBA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DCCC2-9EA4-FB68-7CDD-1F7221EE5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B5D58F-3844-9BC9-5BE5-3C837631A0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0E56B-31F2-9C71-02F0-D8A1A12A8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FED00-5758-459A-8926-5E61AF405282}" type="datetimeFigureOut">
              <a:rPr lang="en-IN" smtClean="0"/>
              <a:t>18-06-2024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D5C1C8-C740-6D82-A5F7-2FD6E6E83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8CFBA4-299C-01E7-A6BE-DAF074522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79EAD-5E86-412D-8A58-DC5F06E74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1128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32356-EA05-C7CE-0EC0-2BAA44BB6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818AAC-C18A-3158-870F-5D111CC9F3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B3CD93-ADE4-2BF9-5ED4-72DE220B97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78206E-D0F1-B01E-D9C9-E4C517C41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FED00-5758-459A-8926-5E61AF405282}" type="datetimeFigureOut">
              <a:rPr lang="en-IN" smtClean="0"/>
              <a:t>18-06-2024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798583-150B-A6F8-97AE-5A0C7E4BA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59B941-45A0-6F59-6CF6-747DAC313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79EAD-5E86-412D-8A58-DC5F06E74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8836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75398-08CD-FEFA-22E1-F9B9AE107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DF8039-A78E-5BFD-0FDA-CC30664AA6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15490-1BE1-8F73-7602-9739AFD76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FED00-5758-459A-8926-5E61AF405282}" type="datetimeFigureOut">
              <a:rPr lang="en-IN" smtClean="0"/>
              <a:t>18-06-2024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A7F37-7117-2480-EAFD-B1FD47C1B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84075-3758-38C8-8F3A-9293EBBF7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79EAD-5E86-412D-8A58-DC5F06E74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4495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E8ACF7-E05B-077E-60BD-3416BA3AD6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9F9D3F-C521-2129-C37D-74B3F2494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7469D-5219-B825-06D9-1983FE944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FED00-5758-459A-8926-5E61AF405282}" type="datetimeFigureOut">
              <a:rPr lang="en-IN" smtClean="0"/>
              <a:t>18-06-2024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381C1F-0C0D-D954-3951-79CA97E79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0E7A24-7E43-E369-B179-1E4F8AD60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79EAD-5E86-412D-8A58-DC5F06E74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879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F263EA-F8A2-E436-D648-C138CD0A0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9A6E78-58BF-EAF8-5164-D32931FF1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845FB-DE57-F9EE-BF55-4195D8B473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7FED00-5758-459A-8926-5E61AF405282}" type="datetimeFigureOut">
              <a:rPr lang="en-IN" smtClean="0"/>
              <a:t>18-06-2024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DA2A7-A48B-90F7-B142-0AB8A4350A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E3FC5-D3D8-8A71-1BC8-C134F91700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79EAD-5E86-412D-8A58-DC5F06E74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4256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juikalan21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FDD9A-B788-68C7-C0B6-AD2AAC80F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5057" y="817564"/>
            <a:ext cx="7293429" cy="2387600"/>
          </a:xfrm>
        </p:spPr>
        <p:txBody>
          <a:bodyPr>
            <a:normAutofit/>
          </a:bodyPr>
          <a:lstStyle/>
          <a:p>
            <a:pPr algn="l"/>
            <a:r>
              <a:rPr lang="en-IN" sz="3200" b="1" u="sng" dirty="0">
                <a:latin typeface="Verdana" panose="020B0604030504040204" pitchFamily="34" charset="0"/>
                <a:ea typeface="Verdana" panose="020B0604030504040204" pitchFamily="34" charset="0"/>
              </a:rPr>
              <a:t>OSINT/FORENSIC TOOL </a:t>
            </a:r>
            <a:r>
              <a:rPr lang="en-IN" sz="3200" dirty="0">
                <a:latin typeface="Verdana" panose="020B0604030504040204" pitchFamily="34" charset="0"/>
                <a:ea typeface="Verdana" panose="020B0604030504040204" pitchFamily="34" charset="0"/>
              </a:rPr>
              <a:t>– Stealing target’s images, exact location, device information and much more….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12BBBD-4082-7B64-C212-A6050A00CD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5057" y="3292956"/>
            <a:ext cx="9144000" cy="1655762"/>
          </a:xfrm>
        </p:spPr>
        <p:txBody>
          <a:bodyPr>
            <a:normAutofit fontScale="85000" lnSpcReduction="20000"/>
          </a:bodyPr>
          <a:lstStyle/>
          <a:p>
            <a:endParaRPr lang="en-IN" dirty="0"/>
          </a:p>
          <a:p>
            <a:pPr algn="l"/>
            <a:endParaRPr lang="en-IN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en-IN" sz="2200" dirty="0">
                <a:latin typeface="Verdana" panose="020B0604030504040204" pitchFamily="34" charset="0"/>
                <a:ea typeface="Verdana" panose="020B0604030504040204" pitchFamily="34" charset="0"/>
              </a:rPr>
              <a:t>GPCSSI 2024 INTERN</a:t>
            </a:r>
          </a:p>
          <a:p>
            <a:pPr algn="l"/>
            <a:r>
              <a:rPr lang="en-IN" sz="2200" dirty="0">
                <a:latin typeface="Verdana" panose="020B0604030504040204" pitchFamily="34" charset="0"/>
                <a:ea typeface="Verdana" panose="020B0604030504040204" pitchFamily="34" charset="0"/>
              </a:rPr>
              <a:t>CW-201 Jui Kalan</a:t>
            </a:r>
          </a:p>
          <a:p>
            <a:pPr algn="l"/>
            <a:r>
              <a:rPr lang="en-IN" sz="2200" dirty="0">
                <a:latin typeface="Verdana" panose="020B0604030504040204" pitchFamily="34" charset="0"/>
                <a:ea typeface="Verdana" panose="020B0604030504040204" pitchFamily="34" charset="0"/>
                <a:hlinkClick r:id="rId2"/>
              </a:rPr>
              <a:t>juikalan21@gmail.com</a:t>
            </a:r>
            <a:endParaRPr lang="en-IN" sz="2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endParaRPr lang="en-IN" sz="2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BA9994-4298-2EFF-E976-3F0B4A9106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8715" y="0"/>
            <a:ext cx="3973286" cy="5056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729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6B25C-6FDF-8EBD-45AB-49A380966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latin typeface="Verdana" panose="020B0604030504040204" pitchFamily="34" charset="0"/>
                <a:ea typeface="Verdana" panose="020B0604030504040204" pitchFamily="34" charset="0"/>
              </a:rPr>
              <a:t>What does this tool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36098-56B9-170A-B033-DCB2EB334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706853" cy="4351338"/>
          </a:xfrm>
        </p:spPr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Steal target’s IP address.</a:t>
            </a:r>
          </a:p>
          <a:p>
            <a:pPr marL="514350" indent="-514350">
              <a:buAutoNum type="arabicPeriod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Steal device information.</a:t>
            </a:r>
          </a:p>
          <a:p>
            <a:pPr marL="514350" indent="-514350">
              <a:buAutoNum type="arabicPeriod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Steal Network and Battery information.</a:t>
            </a:r>
          </a:p>
          <a:p>
            <a:pPr marL="514350" indent="-514350">
              <a:buAutoNum type="arabicPeriod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Gets access to target’s front camera (still working on it)</a:t>
            </a:r>
          </a:p>
          <a:p>
            <a:pPr marL="514350" indent="-514350">
              <a:buAutoNum type="arabicPeriod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Grabs text used on target’s keyboard (recent ones…mostly)</a:t>
            </a:r>
          </a:p>
          <a:p>
            <a:pPr marL="514350" indent="-514350">
              <a:buAutoNum type="arabicPeriod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Saves the target’s information in a text file automatically!!</a:t>
            </a:r>
          </a:p>
          <a:p>
            <a:pPr marL="514350" indent="-514350">
              <a:buAutoNum type="arabicPeriod"/>
            </a:pP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Works on android, windows, </a:t>
            </a:r>
            <a:r>
              <a:rPr lang="en-IN" dirty="0" err="1">
                <a:latin typeface="Verdana" panose="020B0604030504040204" pitchFamily="34" charset="0"/>
                <a:ea typeface="Verdana" panose="020B0604030504040204" pitchFamily="34" charset="0"/>
              </a:rPr>
              <a:t>linux</a:t>
            </a: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, mac </a:t>
            </a:r>
            <a:r>
              <a:rPr lang="en-IN" dirty="0" err="1">
                <a:latin typeface="Verdana" panose="020B0604030504040204" pitchFamily="34" charset="0"/>
                <a:ea typeface="Verdana" panose="020B0604030504040204" pitchFamily="34" charset="0"/>
              </a:rPr>
              <a:t>os</a:t>
            </a:r>
            <a:r>
              <a:rPr lang="en-IN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514350" indent="-514350">
              <a:buAutoNum type="arabicPeriod"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05BFA8-2567-C90E-A381-7BA5BAD548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7151" y="3081"/>
            <a:ext cx="3264849" cy="4155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793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PCSSI-Osint_and_Forensic tool - CW 201 Jui Kalan">
            <a:hlinkClick r:id="" action="ppaction://media"/>
            <a:extLst>
              <a:ext uri="{FF2B5EF4-FFF2-40B4-BE49-F238E27FC236}">
                <a16:creationId xmlns:a16="http://schemas.microsoft.com/office/drawing/2014/main" id="{A48D79EC-41FC-27EE-595D-15B99BEE137D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936" y="9625"/>
            <a:ext cx="12165313" cy="6842834"/>
          </a:xfrm>
        </p:spPr>
      </p:pic>
    </p:spTree>
    <p:extLst>
      <p:ext uri="{BB962C8B-B14F-4D97-AF65-F5344CB8AC3E}">
        <p14:creationId xmlns:p14="http://schemas.microsoft.com/office/powerpoint/2010/main" val="518132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316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62C55-6C76-40C7-E9F6-6C1765F4E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latin typeface="Verdana" panose="020B0604030504040204" pitchFamily="34" charset="0"/>
                <a:ea typeface="Verdana" panose="020B0604030504040204" pitchFamily="34" charset="0"/>
              </a:rPr>
              <a:t>Tested it on my fellow intern too…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BAC6C-742A-226E-7843-EF443AD64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IN" sz="2000" dirty="0">
                <a:latin typeface="Verdana" panose="020B0604030504040204" pitchFamily="34" charset="0"/>
                <a:ea typeface="Verdana" panose="020B0604030504040204" pitchFamily="34" charset="0"/>
              </a:rPr>
              <a:t>Sent the link. And got the IP and device information with GPS coordinates.</a:t>
            </a:r>
          </a:p>
          <a:p>
            <a:pPr marL="0" indent="0">
              <a:buNone/>
            </a:pPr>
            <a:endParaRPr lang="en-IN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471A9D-47A8-7A98-97FE-E20C2A72E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340429"/>
            <a:ext cx="1013459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227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9A262-5091-7DC7-D14A-24BFDF452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457" y="7588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>
                <a:latin typeface="Verdana" panose="020B0604030504040204" pitchFamily="34" charset="0"/>
                <a:ea typeface="Verdana" panose="020B0604030504040204" pitchFamily="34" charset="0"/>
              </a:rPr>
              <a:t>2. More information. </a:t>
            </a:r>
          </a:p>
          <a:p>
            <a:pPr marL="0" indent="0">
              <a:buNone/>
            </a:pPr>
            <a:endParaRPr lang="en-IN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FE602A-A1AA-0BFF-2D7D-8F667AA06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961" y="1457059"/>
            <a:ext cx="10515600" cy="4921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042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91C4D-FBF7-33EB-21BE-A4A602811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228" y="3778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sz="2000" dirty="0">
                <a:latin typeface="Verdana" panose="020B0604030504040204" pitchFamily="34" charset="0"/>
                <a:ea typeface="Verdana" panose="020B0604030504040204" pitchFamily="34" charset="0"/>
              </a:rPr>
              <a:t>3. Entered the longitude and latitude on map.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B1638D-E58A-9681-B07C-C4D09D405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567" y="1059724"/>
            <a:ext cx="8230749" cy="5534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376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2D0D5-F36D-688D-58FB-253444534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371" y="31251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4. The location range, which was pretty accurate.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2C6BBD-CFFA-473D-71F5-5760416DD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371" y="1648405"/>
            <a:ext cx="8007928" cy="44911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460016-5165-A0AA-EBE9-68917C6FF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229" y="832650"/>
            <a:ext cx="2764972" cy="5712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720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313437-E85D-9437-3BCB-AA06679530D7}"/>
              </a:ext>
            </a:extLst>
          </p:cNvPr>
          <p:cNvSpPr txBox="1"/>
          <p:nvPr/>
        </p:nvSpPr>
        <p:spPr>
          <a:xfrm>
            <a:off x="195943" y="98362"/>
            <a:ext cx="1100545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Verdana" panose="020B0604030504040204" pitchFamily="34" charset="0"/>
                <a:ea typeface="Verdana" panose="020B0604030504040204" pitchFamily="34" charset="0"/>
              </a:rPr>
              <a:t>In one of the testing attempt, I got the exact location too!</a:t>
            </a:r>
            <a:endParaRPr lang="en-IN" sz="3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33CB2A-2317-BEAB-79BA-24C0C31BD5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5580"/>
            <a:ext cx="12192000" cy="578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203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EC67A-52AE-C4C3-8AEB-1E5DD68D9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" y="-385989"/>
            <a:ext cx="11658600" cy="1325563"/>
          </a:xfrm>
        </p:spPr>
        <p:txBody>
          <a:bodyPr>
            <a:normAutofit/>
          </a:bodyPr>
          <a:lstStyle/>
          <a:p>
            <a:r>
              <a:rPr lang="en-IN" sz="2000" b="1" dirty="0">
                <a:latin typeface="Verdana" panose="020B0604030504040204" pitchFamily="34" charset="0"/>
                <a:ea typeface="Verdana" panose="020B0604030504040204" pitchFamily="34" charset="0"/>
              </a:rPr>
              <a:t>The address from the coordinates (staying in a PG near DAV school):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021726-FA25-AC5D-8750-8C26173ED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3144"/>
            <a:ext cx="12191999" cy="6204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432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5F0DB-07E9-13A5-C4F8-9A4C40178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714" y="648153"/>
            <a:ext cx="6847114" cy="1997075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Verdana" panose="020B0604030504040204" pitchFamily="34" charset="0"/>
                <a:ea typeface="Verdana" panose="020B0604030504040204" pitchFamily="34" charset="0"/>
              </a:rPr>
              <a:t>Use cases: (Need more phishing ideas!!)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42264-6776-5EC7-A314-DA416780A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4" y="2816225"/>
            <a:ext cx="8349343" cy="4351338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IN" sz="2400" b="1" u="sng" dirty="0">
                <a:latin typeface="Verdana" panose="020B0604030504040204" pitchFamily="34" charset="0"/>
                <a:ea typeface="Verdana" panose="020B0604030504040204" pitchFamily="34" charset="0"/>
              </a:rPr>
              <a:t>Let’s scam the scammers!</a:t>
            </a:r>
          </a:p>
          <a:p>
            <a:r>
              <a:rPr lang="en-IN" sz="2400" dirty="0">
                <a:latin typeface="Verdana" panose="020B0604030504040204" pitchFamily="34" charset="0"/>
                <a:ea typeface="Verdana" panose="020B0604030504040204" pitchFamily="34" charset="0"/>
              </a:rPr>
              <a:t> Many times we may receive a same contact of the scammer who is engaged in ongoing scams. He may be a smart one, or can also be someone who is not well educated and not aware of the various phishing techniques which we can use. Mostly likely 5 out of 50 scammers can be caught using this tool via phishing. We can bust out a complete racket by making one of them fool (well I am an optimist).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9D9DAA-4B75-6F6E-DD4E-F7B900BA17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2481" y="-1"/>
            <a:ext cx="3549520" cy="4517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6729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1B140-FF04-B92A-DA0A-BE9C8BAD0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How to phish?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D7AE3-D055-5446-5BD9-8E4149A45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64177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latin typeface="Verdana" panose="020B0604030504040204" pitchFamily="34" charset="0"/>
                <a:ea typeface="Verdana" panose="020B0604030504040204" pitchFamily="34" charset="0"/>
              </a:rPr>
              <a:t>In task based scams, we can pretend to be an innocent person and play along with scammers. </a:t>
            </a:r>
          </a:p>
          <a:p>
            <a:pPr marL="514350" indent="-514350">
              <a:buAutoNum type="arabicPeriod"/>
            </a:pPr>
            <a:r>
              <a:rPr lang="en-IN" sz="2400" dirty="0">
                <a:latin typeface="Verdana" panose="020B0604030504040204" pitchFamily="34" charset="0"/>
                <a:ea typeface="Verdana" panose="020B0604030504040204" pitchFamily="34" charset="0"/>
              </a:rPr>
              <a:t>We can tell them “I don’t think this is real, I want to have a call with you online” and then send them our link hidden in the call URL. </a:t>
            </a:r>
          </a:p>
          <a:p>
            <a:pPr marL="514350" indent="-514350">
              <a:buAutoNum type="arabicPeriod"/>
            </a:pPr>
            <a:r>
              <a:rPr lang="en-IN" sz="2400" dirty="0">
                <a:latin typeface="Verdana" panose="020B0604030504040204" pitchFamily="34" charset="0"/>
                <a:ea typeface="Verdana" panose="020B0604030504040204" pitchFamily="34" charset="0"/>
              </a:rPr>
              <a:t>When they ask for a payment screenshot, we can phish them through steganography, can hide our link in any </a:t>
            </a:r>
            <a:r>
              <a:rPr lang="en-IN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png,jpg</a:t>
            </a:r>
            <a:r>
              <a:rPr lang="en-IN" sz="2400" dirty="0">
                <a:latin typeface="Verdana" panose="020B0604030504040204" pitchFamily="34" charset="0"/>
                <a:ea typeface="Verdana" panose="020B0604030504040204" pitchFamily="34" charset="0"/>
              </a:rPr>
              <a:t> file using </a:t>
            </a:r>
            <a:r>
              <a:rPr lang="en-IN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iframes</a:t>
            </a:r>
            <a:r>
              <a:rPr lang="en-IN" sz="2400" dirty="0">
                <a:latin typeface="Verdana" panose="020B0604030504040204" pitchFamily="34" charset="0"/>
                <a:ea typeface="Verdana" panose="020B0604030504040204" pitchFamily="34" charset="0"/>
              </a:rPr>
              <a:t> and </a:t>
            </a:r>
            <a:r>
              <a:rPr lang="en-IN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xframes</a:t>
            </a:r>
            <a:r>
              <a:rPr lang="en-IN" sz="2400" dirty="0">
                <a:latin typeface="Verdana" panose="020B0604030504040204" pitchFamily="34" charset="0"/>
                <a:ea typeface="Verdana" panose="020B0604030504040204" pitchFamily="34" charset="0"/>
              </a:rPr>
              <a:t>. We may not get their image but can grab the GPS coordinates and IP address.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E7DB2E-F1D3-FBBE-4966-7AE7F071C6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3091" y="0"/>
            <a:ext cx="341890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570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2F3F7-A3EC-9BAB-9E0F-DC1FE24C3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682343" cy="1325563"/>
          </a:xfrm>
        </p:spPr>
        <p:txBody>
          <a:bodyPr>
            <a:normAutofit/>
          </a:bodyPr>
          <a:lstStyle/>
          <a:p>
            <a:r>
              <a:rPr lang="en-IN" sz="2800" b="1" u="sng" dirty="0">
                <a:latin typeface="Verdana" panose="020B0604030504040204" pitchFamily="34" charset="0"/>
                <a:ea typeface="Verdana" panose="020B0604030504040204" pitchFamily="34" charset="0"/>
              </a:rPr>
              <a:t>2. Device information (Version detection)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ACC7C-A8F9-5483-FEA9-82B83173A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119257" cy="4351338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Verdana" panose="020B0604030504040204" pitchFamily="34" charset="0"/>
                <a:ea typeface="Verdana" panose="020B0604030504040204" pitchFamily="34" charset="0"/>
              </a:rPr>
              <a:t> We get the target machine’s current operating system’s version or the current using software/browser’s version, if it is not updated we can find out the vulnerability and hence perform penetration testing.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765D47-7B95-2EB9-5E03-525A888BC5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1291" y="0"/>
            <a:ext cx="3660710" cy="4659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7286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085C0-38EB-6D01-B60B-5BF5BF86D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u="sng" dirty="0">
                <a:latin typeface="Verdana" panose="020B0604030504040204" pitchFamily="34" charset="0"/>
                <a:ea typeface="Verdana" panose="020B0604030504040204" pitchFamily="34" charset="0"/>
              </a:rPr>
              <a:t>3. </a:t>
            </a:r>
            <a:r>
              <a:rPr lang="en-IN" sz="2800" b="1" u="sng" dirty="0" err="1">
                <a:latin typeface="Verdana" panose="020B0604030504040204" pitchFamily="34" charset="0"/>
                <a:ea typeface="Verdana" panose="020B0604030504040204" pitchFamily="34" charset="0"/>
              </a:rPr>
              <a:t>Surveillence</a:t>
            </a:r>
            <a:r>
              <a:rPr lang="en-IN" sz="2800" b="1" u="sng" dirty="0"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FA7B4-7F42-0335-BA5D-52485F851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21286" cy="4351338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Verdana" panose="020B0604030504040204" pitchFamily="34" charset="0"/>
                <a:ea typeface="Verdana" panose="020B0604030504040204" pitchFamily="34" charset="0"/>
              </a:rPr>
              <a:t>Can perform real time monitoring and remote access, as we can continuously track the suspect’s location, providing live updates and images.</a:t>
            </a:r>
          </a:p>
          <a:p>
            <a:r>
              <a:rPr lang="en-IN" sz="2400" dirty="0">
                <a:latin typeface="Verdana" panose="020B0604030504040204" pitchFamily="34" charset="0"/>
                <a:ea typeface="Verdana" panose="020B0604030504040204" pitchFamily="34" charset="0"/>
              </a:rPr>
              <a:t>We can modify this tool by adding a timeline-generation of the target’s movements and actions at what time and place.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99A9B3-27FF-F201-7D2D-482F17C05E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5287" y="3081"/>
            <a:ext cx="3646714" cy="4641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3851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40756-D00D-34A6-9FD3-3FF65EDC0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u="sng" dirty="0">
                <a:latin typeface="Verdana" panose="020B0604030504040204" pitchFamily="34" charset="0"/>
                <a:ea typeface="Verdana" panose="020B0604030504040204" pitchFamily="34" charset="0"/>
              </a:rPr>
              <a:t>Lastly, the technical stack: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99F92-C600-6069-1369-8AB07E550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500257" cy="4351338"/>
          </a:xfrm>
        </p:spPr>
        <p:txBody>
          <a:bodyPr/>
          <a:lstStyle/>
          <a:p>
            <a:r>
              <a:rPr lang="en-IN" sz="2400" dirty="0">
                <a:latin typeface="Verdana" panose="020B0604030504040204" pitchFamily="34" charset="0"/>
                <a:ea typeface="Verdana" panose="020B0604030504040204" pitchFamily="34" charset="0"/>
              </a:rPr>
              <a:t>HTML, CSS (fake </a:t>
            </a:r>
            <a:r>
              <a:rPr lang="en-IN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whatsappweb</a:t>
            </a:r>
            <a:r>
              <a:rPr lang="en-IN" sz="2400" dirty="0">
                <a:latin typeface="Verdana" panose="020B0604030504040204" pitchFamily="34" charset="0"/>
                <a:ea typeface="Verdana" panose="020B0604030504040204" pitchFamily="34" charset="0"/>
              </a:rPr>
              <a:t> video call website)</a:t>
            </a:r>
          </a:p>
          <a:p>
            <a:r>
              <a:rPr lang="en-IN" sz="2400" dirty="0">
                <a:latin typeface="Verdana" panose="020B0604030504040204" pitchFamily="34" charset="0"/>
                <a:ea typeface="Verdana" panose="020B0604030504040204" pitchFamily="34" charset="0"/>
              </a:rPr>
              <a:t>Python – Libraries include </a:t>
            </a:r>
            <a:r>
              <a:rPr lang="en-IN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colorama</a:t>
            </a:r>
            <a:r>
              <a:rPr lang="en-IN" sz="2400" dirty="0">
                <a:latin typeface="Verdana" panose="020B0604030504040204" pitchFamily="34" charset="0"/>
                <a:ea typeface="Verdana" panose="020B0604030504040204" pitchFamily="34" charset="0"/>
              </a:rPr>
              <a:t> and flask.</a:t>
            </a:r>
          </a:p>
          <a:p>
            <a:r>
              <a:rPr lang="en-IN" sz="2400" dirty="0">
                <a:latin typeface="Verdana" panose="020B0604030504040204" pitchFamily="34" charset="0"/>
                <a:ea typeface="Verdana" panose="020B0604030504040204" pitchFamily="34" charset="0"/>
              </a:rPr>
              <a:t>PHP – the main information gathering code</a:t>
            </a:r>
          </a:p>
          <a:p>
            <a:r>
              <a:rPr lang="en-IN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Javascript</a:t>
            </a:r>
            <a:r>
              <a:rPr lang="en-IN" sz="2400" dirty="0">
                <a:latin typeface="Verdana" panose="020B0604030504040204" pitchFamily="34" charset="0"/>
                <a:ea typeface="Verdana" panose="020B0604030504040204" pitchFamily="34" charset="0"/>
              </a:rPr>
              <a:t> ( for </a:t>
            </a:r>
            <a:r>
              <a:rPr lang="en-IN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xframe</a:t>
            </a:r>
            <a:r>
              <a:rPr lang="en-IN" sz="2400" dirty="0">
                <a:latin typeface="Verdana" panose="020B0604030504040204" pitchFamily="34" charset="0"/>
                <a:ea typeface="Verdana" panose="020B0604030504040204" pitchFamily="34" charset="0"/>
              </a:rPr>
              <a:t> bypass)</a:t>
            </a:r>
          </a:p>
          <a:p>
            <a:r>
              <a:rPr lang="en-IN" sz="2400" dirty="0">
                <a:latin typeface="Verdana" panose="020B0604030504040204" pitchFamily="34" charset="0"/>
                <a:ea typeface="Verdana" panose="020B0604030504040204" pitchFamily="34" charset="0"/>
              </a:rPr>
              <a:t>Using </a:t>
            </a:r>
            <a:r>
              <a:rPr lang="en-IN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iframe</a:t>
            </a:r>
            <a:r>
              <a:rPr lang="en-IN" sz="2400" dirty="0">
                <a:latin typeface="Verdana" panose="020B0604030504040204" pitchFamily="34" charset="0"/>
                <a:ea typeface="Verdana" panose="020B0604030504040204" pitchFamily="34" charset="0"/>
              </a:rPr>
              <a:t> to load live website and phishing more reliable. </a:t>
            </a:r>
          </a:p>
          <a:p>
            <a:r>
              <a:rPr lang="en-IN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xframe</a:t>
            </a:r>
            <a:r>
              <a:rPr lang="en-IN" sz="2400" dirty="0">
                <a:latin typeface="Verdana" panose="020B0604030504040204" pitchFamily="34" charset="0"/>
                <a:ea typeface="Verdana" panose="020B0604030504040204" pitchFamily="34" charset="0"/>
              </a:rPr>
              <a:t> bypass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CB830F-E75D-2DA1-A95C-E0D056BB2C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5501" y="-1"/>
            <a:ext cx="3626499" cy="461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067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D72F0-5DBE-F521-BE2E-6E6548F3D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latin typeface="Verdana" panose="020B0604030504040204" pitchFamily="34" charset="0"/>
                <a:ea typeface="Verdana" panose="020B0604030504040204" pitchFamily="34" charset="0"/>
              </a:rPr>
              <a:t>Thank you GPCSSI for giving me the opportunity to grow my skills. Jai Hind.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C1BB14-18EC-B410-F88D-7A2A59CC85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617" y="2141537"/>
            <a:ext cx="4351338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9A8227-9B03-7960-16A6-A6C646B523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4537" y="1600200"/>
            <a:ext cx="4447513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421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685</TotalTime>
  <Words>533</Words>
  <Application>Microsoft Office PowerPoint</Application>
  <PresentationFormat>Widescreen</PresentationFormat>
  <Paragraphs>41</Paragraphs>
  <Slides>15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Verdana</vt:lpstr>
      <vt:lpstr>Office Theme</vt:lpstr>
      <vt:lpstr>OSINT/FORENSIC TOOL – Stealing target’s images, exact location, device information and much more…. </vt:lpstr>
      <vt:lpstr>What does this tool do?</vt:lpstr>
      <vt:lpstr>PowerPoint Presentation</vt:lpstr>
      <vt:lpstr>Tested it on my fellow intern too…</vt:lpstr>
      <vt:lpstr>PowerPoint Presentation</vt:lpstr>
      <vt:lpstr>PowerPoint Presentation</vt:lpstr>
      <vt:lpstr>PowerPoint Presentation</vt:lpstr>
      <vt:lpstr>PowerPoint Presentation</vt:lpstr>
      <vt:lpstr>The address from the coordinates (staying in a PG near DAV school):</vt:lpstr>
      <vt:lpstr>Use cases: (Need more phishing ideas!!)</vt:lpstr>
      <vt:lpstr>How to phish?</vt:lpstr>
      <vt:lpstr>2. Device information (Version detection)</vt:lpstr>
      <vt:lpstr>3. Surveillence: </vt:lpstr>
      <vt:lpstr>Lastly, the technical stack:</vt:lpstr>
      <vt:lpstr>Thank you GPCSSI for giving me the opportunity to grow my skills. Jai Hind.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jui k</dc:creator>
  <cp:lastModifiedBy>jui k</cp:lastModifiedBy>
  <cp:revision>4</cp:revision>
  <dcterms:created xsi:type="dcterms:W3CDTF">2024-06-14T20:41:35Z</dcterms:created>
  <dcterms:modified xsi:type="dcterms:W3CDTF">2024-06-17T19:46:57Z</dcterms:modified>
</cp:coreProperties>
</file>