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7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5698-55FA-4048-6A1B-2BF2E25551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DDF8D-41A5-55FD-0E54-115F023A8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C7841-375F-D8FD-AF2B-4B9DE136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DD9A9-386F-99F5-610B-E3F5A873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C895C-C4F9-07A8-FE10-8425E8A5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6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06E0-DF96-FC57-9CD2-E4BD889F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117B-8F26-5927-2263-263A9069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6C344-645A-74BF-7E26-E41E49F4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EEE2D-35D4-C242-AD98-EC7269E8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A84BF-DFB6-9711-995A-46849820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8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8131-A5A3-37BA-C0AB-D93C873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CD848-9FC2-2050-13FD-EE4B48004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2F42-BA97-4A7A-FBDF-FD3BB65B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84CB9-6474-B4E2-428A-2E2910FB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9503E-0682-B681-C359-654C20F7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5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DBE85-807C-404A-8376-CD0C032E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45D3-D54A-1EB9-AFC7-B9CBE7977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B1A92-8300-4543-1D3B-18A92F14A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FF460-10BF-2379-4CDC-6B88D0E27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FB8AB-D920-62CF-59EE-E84B6091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1094C-FE7C-5756-A03D-E9600B0C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99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9D68-036F-F1D5-D736-4EDDBE91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59860-4998-F24F-96ED-07ABBBF1B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7C917-CCBA-E9E9-AC6C-989402C8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5049F9-B609-BB7C-AD7A-A9401CAEF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3C407-6774-8194-8A6C-756056C8B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118D5-C6A4-1CF4-AF94-F463CC40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772C4-E3AA-4FBA-B7A6-0CB6352D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933C83-4461-5191-EA21-A76D69B1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75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C29E-0D56-EBA0-90E5-2476DDFE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A92D3-5BA0-DFF7-FF8B-56A4DD89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731B8-3CA7-9EC9-3D6A-BDBCAE32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AF4A5-6A3A-89A0-5983-07AC3C47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39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2FEA9-CD84-4829-755A-23E19637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787BF-C919-09A1-F521-A6931B226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0B77-1E0C-78EE-8D9A-FF1DCF20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4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4A07-214F-03CF-47AE-9A42F733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B20C1-B740-8D9B-A740-932D825A4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5CDD3-0868-B2FC-04DE-EB92F8BF4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6E3FF-A120-D8F1-BB78-FE9816EF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5DD1D-81DD-9B14-4BF0-7F16AA5D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52A1B-0379-FF43-44E2-29BF92AC3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3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9A00-DBD5-80EA-A76D-1CE38EF3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2393AB-4BB7-5C66-105B-8942DDEB6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31F86-18FB-6535-C430-A466D8A9E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98E05-E3D7-1170-4908-5CE92766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C8E5F-024D-3D40-09CA-52384FD3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28706-94D5-9351-88BC-98A31425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4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7A958-D08E-C562-AED1-04FB27723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C07E9-0143-F2A6-71E8-952E42B4A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57A15-0251-8AE9-06A3-73A08A65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675FA-60FB-BEB9-1181-E0EE9108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D1B8-0BCE-8C9A-374B-37772027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381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82778-A4E7-F317-ADBF-19C3346F4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2C1B-0E57-CFF0-7A2C-713DAC1A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F98A-AF43-95F5-CAD8-BB5BE1CA5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B4AA9-83EE-554C-1BE2-C253F1C19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0991F-091A-59D1-11E4-29C900613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75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F008F-811E-ED75-CD78-166051AB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DF652-5F80-5D95-9801-AE43752F0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2E2C4-985C-D4F8-6DB7-F400494CA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0C2E6-B628-4B57-81CF-F5217891AE15}" type="datetimeFigureOut">
              <a:rPr lang="en-IN" smtClean="0"/>
              <a:t>20-06-2024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913AD-11D5-BCFD-B887-1D5DB82B7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FAF05-7822-F23F-45BB-72FDBA431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797D5-971F-4D96-B4A8-18EBF7F671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93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ikalan2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DD9A-B788-68C7-C0B6-AD2AAC80F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7" y="817564"/>
            <a:ext cx="7293429" cy="2387600"/>
          </a:xfrm>
        </p:spPr>
        <p:txBody>
          <a:bodyPr>
            <a:normAutofit/>
          </a:bodyPr>
          <a:lstStyle/>
          <a:p>
            <a:pPr algn="l"/>
            <a:r>
              <a:rPr lang="en-IN" sz="3200" b="1" u="sng" dirty="0">
                <a:latin typeface="Verdana" panose="020B0604030504040204" pitchFamily="34" charset="0"/>
                <a:ea typeface="Verdana" panose="020B0604030504040204" pitchFamily="34" charset="0"/>
              </a:rPr>
              <a:t>FORENSIC TOOL </a:t>
            </a:r>
            <a:r>
              <a:rPr lang="en-IN" sz="3200" dirty="0">
                <a:latin typeface="Verdana" panose="020B0604030504040204" pitchFamily="34" charset="0"/>
                <a:ea typeface="Verdana" panose="020B0604030504040204" pitchFamily="34" charset="0"/>
              </a:rPr>
              <a:t>– Timeline Generation tool for Autopsy database.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BBBD-4082-7B64-C212-A6050A00C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057" y="3292956"/>
            <a:ext cx="9144000" cy="1655762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algn="l"/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GPCSSI 2024 INTERN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CW-201 Jui Kalan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juikalan21@gmail.com</a:t>
            </a:r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A9994-4298-2EFF-E976-3F0B4A910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715" y="0"/>
            <a:ext cx="3973286" cy="50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2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B25C-6FDF-8EBD-45AB-49A38096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What does this tool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36098-56B9-170A-B033-DCB2EB33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6971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Automated timeline generation.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I believe it can be useful for generating automated forensic timelines which can be very helpful for investigators to visualize the sequence of events in a case. 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5BFA8-2567-C90E-A381-7BA5BAD54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1" y="3081"/>
            <a:ext cx="3264849" cy="415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9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PCSSI-Timeline_Generation_Tool_for_Autopsy_Database- CW 201 Jui Kalan">
            <a:hlinkClick r:id="" action="ppaction://media"/>
            <a:extLst>
              <a:ext uri="{FF2B5EF4-FFF2-40B4-BE49-F238E27FC236}">
                <a16:creationId xmlns:a16="http://schemas.microsoft.com/office/drawing/2014/main" id="{8B4242E1-3D43-DD3D-A1CB-E4DC3F57E3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9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3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0756-D00D-34A6-9FD3-3FF65EDC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>
                <a:latin typeface="Verdana" panose="020B0604030504040204" pitchFamily="34" charset="0"/>
                <a:ea typeface="Verdana" panose="020B0604030504040204" pitchFamily="34" charset="0"/>
              </a:rPr>
              <a:t>The technical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F92-C600-6069-1369-8AB07E55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00257" cy="4351338"/>
          </a:xfrm>
        </p:spPr>
        <p:txBody>
          <a:bodyPr/>
          <a:lstStyle/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The code is purely in Python.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Libraries used: </a:t>
            </a:r>
          </a:p>
          <a:p>
            <a:pPr marL="457200" indent="-457200">
              <a:buAutoNum type="arabicPeriod"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Matplotlib – To process the extracted data to create a timeline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Dataframe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and plots the timeline (data visualization).</a:t>
            </a:r>
          </a:p>
          <a:p>
            <a:pPr marL="457200" indent="-457200">
              <a:buAutoNum type="arabicPeriod"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Pandas – Provides a convenient method to execute SQL queries and load the results.</a:t>
            </a:r>
          </a:p>
          <a:p>
            <a:pPr marL="457200" indent="-457200">
              <a:buAutoNum type="arabicPeriod"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sqlite3 – As we know Autopsy stores case data in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sqlite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database, so then we can use the sqlite3 module in Python to interact with the database.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B830F-E75D-2DA1-A95C-E0D056BB2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501" y="-1"/>
            <a:ext cx="3626499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6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72F0-5DBE-F521-BE2E-6E6548F3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Thank you GPCSSI for giving me the opportunity to grow my skills. Jai Hind.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1BB14-18EC-B410-F88D-7A2A59CC8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17" y="2141537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A8227-9B03-7960-16A6-A6C646B52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37" y="1600200"/>
            <a:ext cx="4447513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2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155</Words>
  <Application>Microsoft Office PowerPoint</Application>
  <PresentationFormat>Widescreen</PresentationFormat>
  <Paragraphs>16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Office Theme</vt:lpstr>
      <vt:lpstr>FORENSIC TOOL – Timeline Generation tool for Autopsy database.</vt:lpstr>
      <vt:lpstr>What does this tool do?</vt:lpstr>
      <vt:lpstr>PowerPoint Presentation</vt:lpstr>
      <vt:lpstr>The technical stack:</vt:lpstr>
      <vt:lpstr>Thank you GPCSSI for giving me the opportunity to grow my skills. Jai Hind.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jui k</dc:creator>
  <cp:lastModifiedBy>jui k</cp:lastModifiedBy>
  <cp:revision>1</cp:revision>
  <dcterms:created xsi:type="dcterms:W3CDTF">2024-06-19T18:55:18Z</dcterms:created>
  <dcterms:modified xsi:type="dcterms:W3CDTF">2024-06-19T19:13:43Z</dcterms:modified>
</cp:coreProperties>
</file>