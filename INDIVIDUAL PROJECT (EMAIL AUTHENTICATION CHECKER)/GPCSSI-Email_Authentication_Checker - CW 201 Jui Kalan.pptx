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9" r:id="rId4"/>
    <p:sldId id="261" r:id="rId5"/>
    <p:sldId id="262" r:id="rId6"/>
    <p:sldId id="267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02DC9-4844-BA31-D616-38A5FD176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6B9A2-5A65-7562-460F-4B6A249925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C251F-1D1E-2045-B7D9-879C2104B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EF026-5E9E-4A37-BCA3-D6F110A3BDBC}" type="datetimeFigureOut">
              <a:rPr lang="en-IN" smtClean="0"/>
              <a:t>20-06-2024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7B7AE-1BBD-E46E-AAB2-5FFFBE544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7D29E-22F8-2E71-B2AC-F719FE0EC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8021-7AD8-4BF5-B387-A87519E94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957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3A470-1AFA-CC13-3963-40285FA25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2338F-5EBB-E4DC-51B3-F0A0A8B96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D6B81-D275-30FA-119C-85DFA2468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EF026-5E9E-4A37-BCA3-D6F110A3BDBC}" type="datetimeFigureOut">
              <a:rPr lang="en-IN" smtClean="0"/>
              <a:t>20-06-2024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7FA7E-67F3-4B59-9BD9-FA59F8875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2B01E-B82A-7FA7-51DD-2EB94E1AD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8021-7AD8-4BF5-B387-A87519E94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996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2B182-DBB9-39A6-2BA9-7A3172E81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FE160-FA8F-FEB9-12FE-C364555FE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72913-6B5A-F33C-0295-782CD1CA9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EF026-5E9E-4A37-BCA3-D6F110A3BDBC}" type="datetimeFigureOut">
              <a:rPr lang="en-IN" smtClean="0"/>
              <a:t>20-06-2024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81623-5586-6534-5942-869FF75C9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19C17-576A-D760-9672-C70C5C558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8021-7AD8-4BF5-B387-A87519E94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3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96A76-77F1-DF82-FCCF-A4747A8B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D97B0-1B04-38EE-4526-7F8B5B2083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E592AF-7121-3D5F-22B6-6D994F90A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6A45F0-C02E-7BCD-2B17-F69A0AC7F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EF026-5E9E-4A37-BCA3-D6F110A3BDBC}" type="datetimeFigureOut">
              <a:rPr lang="en-IN" smtClean="0"/>
              <a:t>20-06-2024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04843-218B-5249-336C-22551EFAE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6926C-36A0-4141-87C6-D4EB0717A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8021-7AD8-4BF5-B387-A87519E94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432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6179C-5F55-6AD3-47F5-24D43103A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4C78E-4AB3-3F6D-B442-44AAA3425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F43F8-3C6B-AB0C-7538-39EDFCE9B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787B24-45CA-CBD4-6B1E-73F56EF89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45CA7B-CECD-10B6-4920-2661842F22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321F02-D19A-A3EC-0572-3F657E29B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EF026-5E9E-4A37-BCA3-D6F110A3BDBC}" type="datetimeFigureOut">
              <a:rPr lang="en-IN" smtClean="0"/>
              <a:t>20-06-2024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8536BB-ABB6-2F82-46AB-D614CDD22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A61F9C-61DC-A4B2-4C75-C63AE07BC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8021-7AD8-4BF5-B387-A87519E94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885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DC773-7B95-B8B0-9815-1FBDD4849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A4E82-3AE5-DA8C-2451-2D0212277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EF026-5E9E-4A37-BCA3-D6F110A3BDBC}" type="datetimeFigureOut">
              <a:rPr lang="en-IN" smtClean="0"/>
              <a:t>20-06-2024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F52E7-D2A3-6611-AD5C-0E6E8B12B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875F39-C56B-72A0-3ABD-BF382286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8021-7AD8-4BF5-B387-A87519E94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919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7DEE0D-16AB-17E7-C9FE-F7789FB97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EF026-5E9E-4A37-BCA3-D6F110A3BDBC}" type="datetimeFigureOut">
              <a:rPr lang="en-IN" smtClean="0"/>
              <a:t>20-06-2024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F22A78-2646-1584-684F-556A17F71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CA548-7088-DEC0-0173-DF236A310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8021-7AD8-4BF5-B387-A87519E94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515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3F6BC-6A08-61FF-7E96-31C510BD6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D768C-94D2-E710-69C2-D7FD6E186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6D7EF5-B1C3-71FC-71E7-B64E54FA9C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F1F1B-5CD9-8C64-CA7E-4F2E8A35C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EF026-5E9E-4A37-BCA3-D6F110A3BDBC}" type="datetimeFigureOut">
              <a:rPr lang="en-IN" smtClean="0"/>
              <a:t>20-06-2024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614B2-F042-C58B-CFEA-99C67B22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034CC-8701-4F7E-6FEF-E2305864C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8021-7AD8-4BF5-B387-A87519E94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937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FB5BF-189C-CFE6-264A-CC3AA21D0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63E696-248A-DC83-4B12-3AFC1B9F22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87FF67-061E-9F11-5485-907CB90411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C66C1-B1D4-4117-B8A7-9A40D625F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EF026-5E9E-4A37-BCA3-D6F110A3BDBC}" type="datetimeFigureOut">
              <a:rPr lang="en-IN" smtClean="0"/>
              <a:t>20-06-2024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6C376-E20E-474C-894C-D84EBBFB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1EBC5-24BB-EF88-08F1-BE41F368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8021-7AD8-4BF5-B387-A87519E94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708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FFFD7-8469-67C1-4610-36EB302AF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190FA-6316-1BD1-28E4-42489AF8C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44854-8245-BB58-CDDD-A8240447D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EF026-5E9E-4A37-BCA3-D6F110A3BDBC}" type="datetimeFigureOut">
              <a:rPr lang="en-IN" smtClean="0"/>
              <a:t>20-06-2024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CF4A6-2F8F-4817-B77E-3BF17620C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4F7C8-6592-231B-F30B-2F0C2A020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8021-7AD8-4BF5-B387-A87519E94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111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AA2956-769E-23E0-3545-EE1F0E7DF9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0CC99F-3DC2-C33D-5BF8-5E933BF802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2F44-66F6-9238-0CD9-421B545B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EF026-5E9E-4A37-BCA3-D6F110A3BDBC}" type="datetimeFigureOut">
              <a:rPr lang="en-IN" smtClean="0"/>
              <a:t>20-06-2024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26F3A-E570-EA1C-67E6-F356B0570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E534A-F940-B500-A2FD-E7B449B5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8021-7AD8-4BF5-B387-A87519E94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41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38D84D-D022-F2F6-6538-766D8936D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76873-ED3F-E2FF-036B-5B1D6E191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0DC12-D288-DFBA-7712-81EDB61453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EF026-5E9E-4A37-BCA3-D6F110A3BDBC}" type="datetimeFigureOut">
              <a:rPr lang="en-IN" smtClean="0"/>
              <a:t>20-06-2024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663CE-D8BF-2BD7-4462-DDFB68926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F6A9D-E160-DCF7-8AA2-37901577F8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D8021-7AD8-4BF5-B387-A87519E944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454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juikalan21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FDD9A-B788-68C7-C0B6-AD2AAC80F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057" y="1041400"/>
            <a:ext cx="7293429" cy="2387600"/>
          </a:xfrm>
        </p:spPr>
        <p:txBody>
          <a:bodyPr>
            <a:normAutofit/>
          </a:bodyPr>
          <a:lstStyle/>
          <a:p>
            <a:pPr algn="l"/>
            <a:r>
              <a:rPr lang="en-IN" sz="3200" b="1" u="sng" dirty="0">
                <a:latin typeface="Verdana" panose="020B0604030504040204" pitchFamily="34" charset="0"/>
                <a:ea typeface="Verdana" panose="020B0604030504040204" pitchFamily="34" charset="0"/>
              </a:rPr>
              <a:t>EMAIL AUTHENTICATION CHECKER TOOL </a:t>
            </a:r>
            <a:r>
              <a:rPr lang="en-IN" sz="3200" dirty="0">
                <a:latin typeface="Verdana" panose="020B0604030504040204" pitchFamily="34" charset="0"/>
                <a:ea typeface="Verdana" panose="020B0604030504040204" pitchFamily="34" charset="0"/>
              </a:rPr>
              <a:t>– This tool checks the DMARC, SPF, and DKIM records for a list of domains and subdomains.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2BBBD-4082-7B64-C212-A6050A00C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057" y="3292956"/>
            <a:ext cx="9144000" cy="1655762"/>
          </a:xfrm>
        </p:spPr>
        <p:txBody>
          <a:bodyPr>
            <a:normAutofit fontScale="85000" lnSpcReduction="20000"/>
          </a:bodyPr>
          <a:lstStyle/>
          <a:p>
            <a:endParaRPr lang="en-IN" dirty="0"/>
          </a:p>
          <a:p>
            <a:pPr algn="l"/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n-IN" sz="2200" dirty="0">
                <a:latin typeface="Verdana" panose="020B0604030504040204" pitchFamily="34" charset="0"/>
                <a:ea typeface="Verdana" panose="020B0604030504040204" pitchFamily="34" charset="0"/>
              </a:rPr>
              <a:t>GPCSSI 2024 INTERN</a:t>
            </a:r>
          </a:p>
          <a:p>
            <a:pPr algn="l"/>
            <a:r>
              <a:rPr lang="en-IN" sz="2200" dirty="0">
                <a:latin typeface="Verdana" panose="020B0604030504040204" pitchFamily="34" charset="0"/>
                <a:ea typeface="Verdana" panose="020B0604030504040204" pitchFamily="34" charset="0"/>
              </a:rPr>
              <a:t>CW-201 Jui Kalan</a:t>
            </a:r>
          </a:p>
          <a:p>
            <a:pPr algn="l"/>
            <a:r>
              <a:rPr lang="en-IN" sz="2200" dirty="0">
                <a:latin typeface="Verdana" panose="020B0604030504040204" pitchFamily="34" charset="0"/>
                <a:ea typeface="Verdana" panose="020B0604030504040204" pitchFamily="34" charset="0"/>
                <a:hlinkClick r:id="rId2"/>
              </a:rPr>
              <a:t>juikalan21@gmail.com</a:t>
            </a:r>
            <a:endParaRPr lang="en-IN" sz="2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en-IN" sz="2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BA9994-4298-2EFF-E976-3F0B4A9106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8715" y="0"/>
            <a:ext cx="3973286" cy="505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729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6B25C-6FDF-8EBD-45AB-49A380966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Verdana" panose="020B0604030504040204" pitchFamily="34" charset="0"/>
                <a:ea typeface="Verdana" panose="020B0604030504040204" pitchFamily="34" charset="0"/>
              </a:rPr>
              <a:t>What does this tool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36098-56B9-170A-B033-DCB2EB334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36971" cy="435133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This tool is useful for ensuring email authentication policies are correctly configured to prevent phishing and spoofing attacks.</a:t>
            </a:r>
          </a:p>
          <a:p>
            <a:pPr marL="514350" indent="-514350">
              <a:buAutoNum type="arabicPeriod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Checks DMARC, SPF and DKIM records for root domains and subdomains.</a:t>
            </a:r>
          </a:p>
          <a:p>
            <a:pPr marL="514350" indent="-514350">
              <a:buAutoNum type="arabicPeriod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Shows results to the console.</a:t>
            </a:r>
          </a:p>
          <a:p>
            <a:pPr marL="514350" indent="-514350">
              <a:buAutoNum type="arabicPeriod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Save results to a CSV file.</a:t>
            </a:r>
          </a:p>
          <a:p>
            <a:pPr marL="514350" indent="-514350">
              <a:buAutoNum type="arabicPeriod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05BFA8-2567-C90E-A381-7BA5BAD548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151" y="3081"/>
            <a:ext cx="3264849" cy="415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793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PCSSI-Email_Authentication_Checker- CW 201 Jui Kalan">
            <a:hlinkClick r:id="" action="ppaction://media"/>
            <a:extLst>
              <a:ext uri="{FF2B5EF4-FFF2-40B4-BE49-F238E27FC236}">
                <a16:creationId xmlns:a16="http://schemas.microsoft.com/office/drawing/2014/main" id="{D294C63B-C093-C2E6-B07F-734C9E58E1A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76200" y="-1"/>
            <a:ext cx="12268200" cy="690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9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7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B868-E0AD-60E7-3025-9461DC64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3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Verdana" panose="020B0604030504040204" pitchFamily="34" charset="0"/>
                <a:ea typeface="Verdana" panose="020B0604030504040204" pitchFamily="34" charset="0"/>
              </a:rPr>
              <a:t>Use cases: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4A626-284A-C914-2AFA-4E2DB37A1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3" y="1253331"/>
            <a:ext cx="7848600" cy="4351338"/>
          </a:xfrm>
        </p:spPr>
        <p:txBody>
          <a:bodyPr>
            <a:noAutofit/>
          </a:bodyPr>
          <a:lstStyle/>
          <a:p>
            <a:r>
              <a:rPr lang="en-IN" dirty="0">
                <a:latin typeface=" Verdana"/>
                <a:ea typeface="Verdana" panose="020B0604030504040204" pitchFamily="34" charset="0"/>
              </a:rPr>
              <a:t>𝗘𝗺𝗮𝗶𝗹 𝗦𝗲𝗰𝘂𝗿𝗶𝘁𝘆 𝗔𝘂𝗱𝗶𝘁𝘀: Quickly scan multiple domains to verify DMARC, SPF, and DKIM records.</a:t>
            </a:r>
          </a:p>
          <a:p>
            <a:r>
              <a:rPr lang="en-IN" dirty="0">
                <a:latin typeface=" Verdana"/>
                <a:ea typeface="Verdana" panose="020B0604030504040204" pitchFamily="34" charset="0"/>
              </a:rPr>
              <a:t>𝗠𝗮𝗻𝗮𝗴𝗲𝗱 𝗦𝗲𝗿𝘃𝗶𝗰𝗲 𝗣𝗿𝗼𝘃𝗶𝗱𝗲𝗿𝘀 (𝗠𝗦𝗣𝘀): Perform bulk email authentication checks for multiple client domains.</a:t>
            </a:r>
          </a:p>
          <a:p>
            <a:r>
              <a:rPr lang="en-IN" dirty="0">
                <a:latin typeface=" Verdana"/>
                <a:ea typeface="Verdana" panose="020B0604030504040204" pitchFamily="34" charset="0"/>
              </a:rPr>
              <a:t>𝗗𝗼𝗺𝗮𝗶𝗻 𝗣𝗼𝗿𝘁𝗳𝗼𝗹𝗶𝗼 𝗠𝗮𝗻𝗮𝗴𝗲𝗺𝗲𝗻𝘁: Ensure secure email configurations across a large portfolio of domains.</a:t>
            </a:r>
          </a:p>
          <a:p>
            <a:r>
              <a:rPr lang="en-IN" dirty="0">
                <a:latin typeface=" Verdana"/>
                <a:ea typeface="Verdana" panose="020B0604030504040204" pitchFamily="34" charset="0"/>
              </a:rPr>
              <a:t>𝗣𝗿𝗲-𝗔𝗰𝗾𝘂𝗶𝘀𝗶𝘁𝗶𝗼𝗻 𝗗𝘂𝗲 𝗗𝗶𝗹𝗶𝗴𝗲𝗻𝗰𝗲: Assess email security posture during mergers and acquisitions.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02209E-3F59-E912-D405-BA69424B1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3091" y="3081"/>
            <a:ext cx="341890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23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09EA1-61D5-7B18-6820-22298B3F3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371" y="125639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Verdana" panose="020B0604030504040204" pitchFamily="34" charset="0"/>
                <a:ea typeface="Verdana" panose="020B0604030504040204" pitchFamily="34" charset="0"/>
              </a:rPr>
              <a:t>Use cases (</a:t>
            </a:r>
            <a:r>
              <a:rPr lang="en-IN" sz="3600" b="1" dirty="0" err="1">
                <a:latin typeface="Verdana" panose="020B0604030504040204" pitchFamily="34" charset="0"/>
                <a:ea typeface="Verdana" panose="020B0604030504040204" pitchFamily="34" charset="0"/>
              </a:rPr>
              <a:t>contd</a:t>
            </a:r>
            <a:r>
              <a:rPr lang="en-IN" sz="3600" b="1" dirty="0">
                <a:latin typeface="Verdana" panose="020B0604030504040204" pitchFamily="34" charset="0"/>
                <a:ea typeface="Verdana" panose="020B0604030504040204" pitchFamily="34" charset="0"/>
              </a:rPr>
              <a:t>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72D6E-B1C2-2C46-BE31-74B2727EF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71" y="1451202"/>
            <a:ext cx="7478486" cy="4351338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𝗣𝗵𝗶𝘀𝗵𝗶𝗻𝗴 𝗔𝘁𝘁𝗮𝗰𝗸 𝗣𝗿𝗲𝘃𝗲𝗻𝘁𝗶𝗼𝗻: Prevent domain spoofing by validating email authentication records.</a:t>
            </a:r>
          </a:p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𝗖𝗼𝗺𝗽𝗹𝗶𝗮𝗻𝗰𝗲 𝗮𝗻𝗱 𝗥𝗲𝗴𝘂𝗹𝗮𝘁𝗼𝗿𝘆 𝗥𝗲𝗾𝘂𝗶𝗿𝗲𝗺𝗲𝗻𝘁𝘀: Verify email authentication for regulatory compliance.</a:t>
            </a:r>
          </a:p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𝗖𝗼𝗻𝘁𝗶𝗻𝘂𝗼𝘂𝘀 𝗠𝗼𝗻𝗶𝘁𝗼𝗿𝗶𝗻𝗴: Automate periodic checks of DMARC, SPF, and DKIM records.</a:t>
            </a:r>
          </a:p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𝗜𝗻𝗰𝗶𝗱𝗲𝗻𝘁 𝗥𝗲𝘀𝗽𝗼𝗻𝘀𝗲: Swiftly audit domains after phishing incidents to identify and fix gaps.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F41019-552D-20F7-A3A8-AF36BBCF5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3091" y="3081"/>
            <a:ext cx="341890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99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0756-D00D-34A6-9FD3-3FF65EDC0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u="sng" dirty="0">
                <a:latin typeface="Verdana" panose="020B0604030504040204" pitchFamily="34" charset="0"/>
                <a:ea typeface="Verdana" panose="020B0604030504040204" pitchFamily="34" charset="0"/>
              </a:rPr>
              <a:t>The technical stack: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99F92-C600-6069-1369-8AB07E550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00257" cy="4351338"/>
          </a:xfrm>
        </p:spPr>
        <p:txBody>
          <a:bodyPr/>
          <a:lstStyle/>
          <a:p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The code is a bash script. </a:t>
            </a:r>
          </a:p>
          <a:p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We have to create a domains.txt file with the list of domains and subdomains we want to check.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CB830F-E75D-2DA1-A95C-E0D056BB2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5501" y="-1"/>
            <a:ext cx="3626499" cy="461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067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D72F0-5DBE-F521-BE2E-6E6548F3D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Verdana" panose="020B0604030504040204" pitchFamily="34" charset="0"/>
                <a:ea typeface="Verdana" panose="020B0604030504040204" pitchFamily="34" charset="0"/>
              </a:rPr>
              <a:t>Thank you GPCSSI for giving me the opportunity to grow my skills. Jai Hind.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C1BB14-18EC-B410-F88D-7A2A59CC85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17" y="2141537"/>
            <a:ext cx="4351338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9A8227-9B03-7960-16A6-A6C646B523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4537" y="1600200"/>
            <a:ext cx="4447513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421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262</Words>
  <Application>Microsoft Office PowerPoint</Application>
  <PresentationFormat>Widescreen</PresentationFormat>
  <Paragraphs>25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 Verdana</vt:lpstr>
      <vt:lpstr>Arial</vt:lpstr>
      <vt:lpstr>Calibri</vt:lpstr>
      <vt:lpstr>Calibri Light</vt:lpstr>
      <vt:lpstr>Verdana</vt:lpstr>
      <vt:lpstr>Office Theme</vt:lpstr>
      <vt:lpstr>EMAIL AUTHENTICATION CHECKER TOOL – This tool checks the DMARC, SPF, and DKIM records for a list of domains and subdomains. </vt:lpstr>
      <vt:lpstr>What does this tool do?</vt:lpstr>
      <vt:lpstr>PowerPoint Presentation</vt:lpstr>
      <vt:lpstr>Use cases:</vt:lpstr>
      <vt:lpstr>Use cases (contd):</vt:lpstr>
      <vt:lpstr>The technical stack:</vt:lpstr>
      <vt:lpstr>Thank you GPCSSI for giving me the opportunity to grow my skills. Jai Hind.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jui k</dc:creator>
  <cp:lastModifiedBy>jui k</cp:lastModifiedBy>
  <cp:revision>2</cp:revision>
  <dcterms:created xsi:type="dcterms:W3CDTF">2024-06-17T19:48:39Z</dcterms:created>
  <dcterms:modified xsi:type="dcterms:W3CDTF">2024-06-19T19:55:33Z</dcterms:modified>
</cp:coreProperties>
</file>